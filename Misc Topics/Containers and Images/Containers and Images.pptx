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6" r:id="rId20"/>
    <p:sldId id="387" r:id="rId21"/>
    <p:sldId id="388" r:id="rId22"/>
    <p:sldId id="390" r:id="rId23"/>
    <p:sldId id="391" r:id="rId24"/>
    <p:sldId id="392" r:id="rId25"/>
    <p:sldId id="364" r:id="rId26"/>
    <p:sldId id="3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954" autoAdjust="0"/>
  </p:normalViewPr>
  <p:slideViewPr>
    <p:cSldViewPr snapToGrid="0">
      <p:cViewPr varScale="1">
        <p:scale>
          <a:sx n="65" d="100"/>
          <a:sy n="65" d="100"/>
        </p:scale>
        <p:origin x="1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7085-A543-8085-1544-240C54D5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7458A-EEE9-CEDC-C931-6AB829F8D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6306-7BF7-4035-47E9-00E6CCC1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7D91-1D65-2565-8F6A-B48AC84C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0C386-662B-DF8A-5482-A5AAC6F0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6C0-4CFE-91BE-4B30-D211D39B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59D-0F84-ED09-24DA-C72813FE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861C-9345-6F47-7687-CB663CAC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B3D8-DDB3-531E-4B15-507DE71D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196B-1038-1927-157B-100D2EF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3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9DB6-6922-4725-43EF-F67CBC5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B6C9-24F0-9342-197B-A932797C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E1ADB-6760-2A7D-0ACD-E044128F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31D80-BC88-E12E-2DB8-87FB82DA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99483-1C3F-BD57-B2A9-1BA69103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00055-5584-24DE-2FF9-2620C756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6618-78B7-1E1B-A287-B473D132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B77-CBF7-E8D7-1D00-495EE001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AE6-738E-DFA8-01F0-F009F2E0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53BAA-7D53-AC5A-F185-836DB39B2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6637-72D4-AF03-86C9-3A2832F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F1B3C-B6CD-72BC-69AE-405F440A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6A25-1DBF-1DCB-2BD6-A70E9614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7BE4-44D3-3069-4D42-00B55E7A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84E9-7D5C-6603-355E-3CFB7EFE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3D10-7A99-BD66-FAAA-912C5E08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D495-463B-0021-AB85-9520825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6A99-D7CF-3CCE-91C4-B422E04C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4E568-3BE8-6C1C-6B3B-5B491670E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A1CEF-C9D0-EDE0-FC90-0B41959D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381B-F05C-BEA7-483E-FB8932AE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ED9A-0109-B5EB-1DBC-E510E98E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4DDE-FDED-4949-2B3B-96D60B3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2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1B8D3-CA1F-4ABC-EDE8-8F6B2885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6BE1D-977A-0803-690E-23FADAF72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8AE9-7EC8-F185-B68B-BC6D04D43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4104-A166-C9B5-DE49-E8A7EA680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BC88-2275-FC35-87B1-B8495155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Containers and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AI2C Techs</a:t>
            </a:r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67770-00E5-F1F0-B1F8-F6B96535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98F1503-573F-7D11-6D50-DAB745BE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30217" y="3083672"/>
            <a:ext cx="4197566" cy="1835244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6443" y="3074146"/>
            <a:ext cx="4153113" cy="185429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A0454-70D4-01C3-535B-6E451D6C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pic>
        <p:nvPicPr>
          <p:cNvPr id="2050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52573A90-42F5-2558-1207-00A52BA7AC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1613" y="1542055"/>
            <a:ext cx="7190387" cy="35457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5525" y="2212741"/>
            <a:ext cx="6256475" cy="2432517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1EB-99FD-CBE2-15A0-B94D1A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073776"/>
            <a:ext cx="5183188" cy="25471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3706"/>
            <a:ext cx="5181600" cy="25551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62AD4-AB36-2B74-22D9-7E574ED1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Engines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" b="2289"/>
          <a:stretch>
            <a:fillRect/>
          </a:stretch>
        </p:blipFill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D629C-B210-175C-B732-8042B593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file (typically text or binary) that is used by the engine to start a container</a:t>
            </a:r>
          </a:p>
          <a:p>
            <a:r>
              <a:rPr lang="en-US" dirty="0"/>
              <a:t>The image is hashed and (optionally) signed to validate the image before running</a:t>
            </a:r>
          </a:p>
          <a:p>
            <a:r>
              <a:rPr lang="en-US" dirty="0"/>
              <a:t>Images are immutable after creation</a:t>
            </a:r>
          </a:p>
          <a:p>
            <a:r>
              <a:rPr lang="en-US" dirty="0"/>
              <a:t>Standardizing towards Open Container Initiative format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https://github.com/opencontainers/runtime-spec/blob/main/config.md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9154A-AC09-AAE8-714A-11BD8A96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1C20F7-1E9F-7BD4-8E55-E25B9447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3EBB1-CB43-54E1-3BC8-537E1489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1778" y="1166426"/>
            <a:ext cx="6844045" cy="452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Repository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A5E18-BA29-24C6-C954-63D7B828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3C8-2BAF-2922-B46D-79C847E6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A1B6-F035-E9CA-A53E-17AF88B7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location that hosts multiple repositories.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F85C2-9C3A-DABC-341C-06C79177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1C12-E320-F5D9-E174-DBCFB4F8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5161" y="1027906"/>
            <a:ext cx="8141677" cy="565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876FC-3F8E-0C2E-94E9-F3A6FCC2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D30E0E-89EF-EBF6-F83A-17E05D2B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789FD-B7BE-98D7-B675-EA42C39F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2FFF9-D293-CE00-E38A-6356ED68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F3CF5F-ED14-DBAD-27D8-652C74F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Docker Demo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88C6746-4316-BCB8-D13E-55E4DB4A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https://docs.docker.com/get-started/docker_cheatsheet.pdf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547</Words>
  <Application>Microsoft Office PowerPoint</Application>
  <PresentationFormat>Widescreen</PresentationFormat>
  <Paragraphs>107</Paragraphs>
  <Slides>26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</vt:lpstr>
      <vt:lpstr>Registry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Docker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130</cp:revision>
  <dcterms:created xsi:type="dcterms:W3CDTF">2025-09-17T14:29:17Z</dcterms:created>
  <dcterms:modified xsi:type="dcterms:W3CDTF">2025-11-19T14:25:36Z</dcterms:modified>
</cp:coreProperties>
</file>