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397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6" r:id="rId20"/>
    <p:sldId id="387" r:id="rId21"/>
    <p:sldId id="388" r:id="rId22"/>
    <p:sldId id="390" r:id="rId23"/>
    <p:sldId id="391" r:id="rId24"/>
    <p:sldId id="392" r:id="rId25"/>
    <p:sldId id="364" r:id="rId26"/>
    <p:sldId id="365" r:id="rId27"/>
    <p:sldId id="394" r:id="rId28"/>
    <p:sldId id="395" r:id="rId29"/>
    <p:sldId id="39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9"/>
    <p:restoredTop sz="78967" autoAdjust="0"/>
  </p:normalViewPr>
  <p:slideViewPr>
    <p:cSldViewPr snapToGrid="0">
      <p:cViewPr varScale="1">
        <p:scale>
          <a:sx n="27" d="100"/>
          <a:sy n="27" d="100"/>
        </p:scale>
        <p:origin x="192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843868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168972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185553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7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22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0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16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56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3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33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8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10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2948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4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78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64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1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93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00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31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34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73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6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38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5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14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00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22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703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77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7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5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6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2" r:id="rId31"/>
    <p:sldLayoutId id="2147483693" r:id="rId32"/>
    <p:sldLayoutId id="2147483694" r:id="rId33"/>
    <p:sldLayoutId id="2147483695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Containers and images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84" y="3429000"/>
            <a:ext cx="5465919" cy="10336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D98F1503-573F-7D11-6D50-DAB745BE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135" y="868681"/>
            <a:ext cx="6972050" cy="3048294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16769" y="3735680"/>
            <a:ext cx="6843096" cy="305532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pic>
        <p:nvPicPr>
          <p:cNvPr id="2050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52573A90-42F5-2558-1207-00A52BA7AC3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1613" y="1825625"/>
            <a:ext cx="7190387" cy="35457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5525" y="2212741"/>
            <a:ext cx="6256475" cy="2432517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C1EB-99FD-CBE2-15A0-B94D1A4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3074679"/>
            <a:ext cx="5183188" cy="25453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5325"/>
            <a:ext cx="5181600" cy="2551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Engines</a:t>
            </a:r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" b="22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file (typically text or binary) that is used by the engine to start a container</a:t>
            </a:r>
          </a:p>
          <a:p>
            <a:r>
              <a:rPr lang="en-US" dirty="0"/>
              <a:t>The image is hashed and (optionally) signed to validate the image before running</a:t>
            </a:r>
          </a:p>
          <a:p>
            <a:r>
              <a:rPr lang="en-US" dirty="0"/>
              <a:t>Images are immutable after creation</a:t>
            </a:r>
          </a:p>
          <a:p>
            <a:r>
              <a:rPr lang="en-US" dirty="0"/>
              <a:t>Standardizing towards Open Container Initiative format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49486" y="525780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https://github.com/opencontainers/runtime-spec/blob/main/config.md</a:t>
            </a:r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2066" y="1009567"/>
            <a:ext cx="8231293" cy="543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E3C8-2BAF-2922-B46D-79C847E6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A1B6-F035-E9CA-A53E-17AF88B72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location that hosts multiple repositories.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01C12-E320-F5D9-E174-DBCFB4F84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8525" y="1600200"/>
            <a:ext cx="6096000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5161" y="1027906"/>
            <a:ext cx="8141677" cy="565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D30E0E-89EF-EBF6-F83A-17E05D2B6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F3CF5F-ED14-DBAD-27D8-652C74F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48640" y="160019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https://docs.docker.com/get-started/docker_cheatsheet.pdf</a:t>
            </a:r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A64B-9ABC-3000-628A-06CF1265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52B-5033-8B7F-BFF2-508D10EF1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docker container run -it alpine</a:t>
            </a:r>
          </a:p>
          <a:p>
            <a:r>
              <a:rPr lang="en-US" dirty="0"/>
              <a:t>echo hello &gt; test.txt</a:t>
            </a:r>
          </a:p>
          <a:p>
            <a:r>
              <a:rPr lang="en-US" dirty="0"/>
              <a:t>cat test.txt</a:t>
            </a:r>
          </a:p>
          <a:p>
            <a:r>
              <a:rPr lang="en-US" dirty="0"/>
              <a:t>Use docker desktop to inspect filesystem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AC41-9DED-93AD-F4A4-74C63758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39EB-8E23-4F7B-F020-13312A40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56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vs Image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run from immutable images</a:t>
            </a:r>
          </a:p>
          <a:p>
            <a:r>
              <a:rPr lang="en-US" dirty="0"/>
              <a:t>So how are we writing a file???</a:t>
            </a:r>
          </a:p>
          <a:p>
            <a:r>
              <a:rPr lang="en-US" dirty="0"/>
              <a:t>Each container gets a R/W layer that is shimmed on top of the images</a:t>
            </a:r>
          </a:p>
          <a:p>
            <a:pPr lvl="1"/>
            <a:r>
              <a:rPr lang="en-US" dirty="0"/>
              <a:t>R/W layer </a:t>
            </a:r>
            <a:r>
              <a:rPr lang="en-US" i="1" dirty="0"/>
              <a:t>saved</a:t>
            </a:r>
            <a:r>
              <a:rPr lang="en-US" dirty="0"/>
              <a:t> when container is </a:t>
            </a:r>
            <a:r>
              <a:rPr lang="en-US" i="1" dirty="0"/>
              <a:t>stopped</a:t>
            </a:r>
            <a:endParaRPr lang="en-US" dirty="0"/>
          </a:p>
          <a:p>
            <a:pPr lvl="1"/>
            <a:r>
              <a:rPr lang="en-US" i="1" dirty="0"/>
              <a:t>Deleted</a:t>
            </a:r>
            <a:r>
              <a:rPr lang="en-US" dirty="0"/>
              <a:t> when container is </a:t>
            </a:r>
            <a:r>
              <a:rPr lang="en-US" i="1" dirty="0"/>
              <a:t>removed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893-9DAA-3F4C-FC1F-A7A7E4E1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7029-C41A-124A-EF02-DC1E9073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to be short-lived and ephemeral</a:t>
            </a:r>
          </a:p>
          <a:p>
            <a:pPr lvl="1"/>
            <a:r>
              <a:rPr lang="en-US" dirty="0"/>
              <a:t>Stop once their “entry point” finishes</a:t>
            </a:r>
          </a:p>
          <a:p>
            <a:pPr lvl="1"/>
            <a:r>
              <a:rPr lang="en-US" dirty="0"/>
              <a:t>Spin them up / tear them down as needed</a:t>
            </a:r>
          </a:p>
          <a:p>
            <a:r>
              <a:rPr lang="en-US" dirty="0"/>
              <a:t>Run command always starts a </a:t>
            </a:r>
            <a:r>
              <a:rPr lang="en-US" i="1" dirty="0"/>
              <a:t>new </a:t>
            </a:r>
            <a:r>
              <a:rPr lang="en-US" dirty="0"/>
              <a:t>container</a:t>
            </a:r>
          </a:p>
          <a:p>
            <a:r>
              <a:rPr lang="en-US" dirty="0"/>
              <a:t>Start/stop work with </a:t>
            </a:r>
            <a:r>
              <a:rPr lang="en-US" i="1" dirty="0"/>
              <a:t>existing </a:t>
            </a:r>
            <a:r>
              <a:rPr lang="en-US" dirty="0"/>
              <a:t>containers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EC2-D255-3B53-CBD9-8D8F4D817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58272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195</TotalTime>
  <Words>659</Words>
  <Application>Microsoft Macintosh PowerPoint</Application>
  <PresentationFormat>Widescreen</PresentationFormat>
  <Paragraphs>128</Paragraphs>
  <Slides>29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Arial Bold</vt:lpstr>
      <vt:lpstr>US Army 2023 AFC DEVCOM Logo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</vt:lpstr>
      <vt:lpstr>Registry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Docker Demo</vt:lpstr>
      <vt:lpstr>Another Demo</vt:lpstr>
      <vt:lpstr>Container vs Image</vt:lpstr>
      <vt:lpstr>Container Principles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Richard Kovach</cp:lastModifiedBy>
  <cp:revision>135</cp:revision>
  <dcterms:created xsi:type="dcterms:W3CDTF">2025-09-17T14:29:17Z</dcterms:created>
  <dcterms:modified xsi:type="dcterms:W3CDTF">2025-12-22T15:44:21Z</dcterms:modified>
</cp:coreProperties>
</file>